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9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55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CAPSTONE PROJECT – PRAICP-1000: INDIAN SIGN LANGUAGE (ISL) RECOGNITION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4663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IndiSignLang (DataMites Capstone Project)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Code: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PTID-AIE-JUL-26-11142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Sameeksha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33D34-07F3-CB53-7C5A-95573DCFD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205740" y="3566160"/>
            <a:ext cx="3063240" cy="3131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(EDA)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Preprocessing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Validation / Test Split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Augmentation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CNN Model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Tuning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CNN &amp; Model Comparison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 Evaluation &amp; Prediction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Insights &amp; Challenges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Links &amp; Conclusion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6C1628-942A-760B-8CCF-48FC55E439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205740" y="5175224"/>
            <a:ext cx="306324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PROBLEM STATEMENT &amp; PROJECT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language is the primary medium of communication for many deaf and hard-of-hearing people, but most people do not understand it.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creates a communication barrier in education, healthcare, public services and everyday life.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Objective: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CNN-based model that looks at a photograph of a hand sign and automatically predicts which Indian Sign Language (ISL) sign it represents.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371600"/>
            <a:ext cx="5303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Goals: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preprocessing –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raw, variable-resolution photographs into a clean, consistent format (resize, normalise, augment).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 –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build, tune and evaluate a CNN that classifies each image into its sign class.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Approach: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data, preprocess, split, augment, build a baseline CNN, tune with Keras Tuner, then evaluate the final model.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FF391-9D98-E123-1E55-C29555DA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443288" y="1"/>
            <a:ext cx="1626792" cy="1530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 Source: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DataMites Capstone Project Dataset – IndiSignLang (one directory per sign, directory name = class label).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Size: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4,972 images across 24 sign classes (letters A–Y, without J and Z).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Data Quality: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files are RGB JPEG; no corrupt or unreadable images were found.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Why a CNN: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meaning is carried by hand shape – finger positions, thumb placement and palm orientation – spatial patterns a CNN learns directly from pixels.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1371600"/>
            <a:ext cx="4754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Details: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hand on a plain background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signs only – J and Z need motion, so they are not in the class list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Resolutions: 640×480 (3,963), 1920×1088 (830), 1088×1920 portrait (179)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sizes: smallest H (116), largest B (259)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Imbalance ratio ≈ 2.2 : 1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F60327-FE54-D52A-A827-8B87290BC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0"/>
            <a:ext cx="1507827" cy="15115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EXPLORATORY DATA ANALYSIS (EDA) – CLASS DISTRIBUTION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 imbalance: 116 images (H) to 259 images (B), mean ≈ 207 images per class.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A5B8E-AFB5-5BAD-B96A-576E2EA2A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80" y="1234440"/>
            <a:ext cx="11786639" cy="44348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EDA – SAMPLE IMAGES FROM EVERY 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sample per sign – single hand on a plain background, with variation in angle, size and sharpness.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FF3A3-5A6C-6B9F-A5C3-7CEB001DD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1968"/>
            <a:ext cx="12192000" cy="4634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EDA SUMMARY – KEY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24 classes, 4,972 images: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RGB JPEG files with no corrupt images.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Moderate class imbalance (≈ 2.2 : 1):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handled with stratified splitting and class weights.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Three resolutions: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640×480, 1920×1088 and 1088×1920 – confirms the need for resizing to a fixed input size.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Natural variation within a class: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 size, skin tone, camera angle, position and motion blur – supports data augmentation.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Similar-looking signs: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closed-fist or curled-finger signs are expected to be the hardest to separate.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80539-8A3F-CA1C-4A45-1C8E7C28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0"/>
            <a:ext cx="1507827" cy="15115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IMAGE 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Resize: 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image is converted to RGB and resized to 128 × 128 pixels, giving a 128 × 128 × 3 array. This keeps finger details visible while keeping training fast.</a:t>
            </a:r>
            <a:endParaRPr lang="en-US" sz="2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Normalise: 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pixel values (0–255) are divided by 255 so they lie between 0 and 1, making gradient-based training faster and more stable.</a:t>
            </a:r>
            <a:endParaRPr lang="en-US" sz="2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Same pipeline for new images: 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preprocess_image() function is reused at prediction time so training and new images are treated identically.</a:t>
            </a:r>
            <a:endParaRPr lang="en-US" sz="2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Final arrays: 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shape = (4972, 128, 128, 3), pixel range 0.0 – 1.0.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→ resized → pixel-value distribution before and after normalisation.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B57AA3-A872-485D-21E3-88BF9155E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TRAIN / VALIDATION / TEST SPLIT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1371600"/>
            <a:ext cx="5833499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Training set (70%) – 3,480 images: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images the CNN learns from.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Validation set (15%) – 746 images: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during development for early stopping and hyperparameter selection.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Test set (15%) – 746 images: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kept untouched until the end for the final, unbiased evaluation.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Stratified split: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set keeps the same proportion of each sign.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Class weights: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computed from training labels only – small classes get extra importance (H = 1.79, V = 1.71, W = 1.61, U = 1.53).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2D556-67CE-DA90-7CC5-511519544B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0"/>
            <a:ext cx="1507827" cy="1511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F0D5C-B0E4-4B37-59BD-0B51CED43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527" y="1828791"/>
            <a:ext cx="5476552" cy="4480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DATA AUGMENTATION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87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only ~3,500 training images a CNN can memorise photos instead of learning sign shapes (overfitting).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Rotation: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about ±14° (hand tilted).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Translation: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10% horizontally and vertically (hand not centred).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Zoom: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10% (hand closer to or further from the camera).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No horizontal flip: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mirrored hand may not be a valid example of the same sign.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Training only: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layers sit at the start of the model and are switched off for validation, testing and prediction.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3AA56-DB15-A080-6A42-8C2C8E365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6326F-0A3F-2BCB-B205-DC38FFE2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910" y="1735494"/>
            <a:ext cx="502609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BASELINE CNN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583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Conv2D (32 → 64 → 128 filters, 3×3):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edges, then finger shapes and hand structure.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MaxPooling2D (2×2):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shrinks feature maps, keeps strongest responses.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Flatten + Dense (128):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features to decide between signs.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Dropout (0.5):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overfitting.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 (24):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probability per sign.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137160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Setup: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Optimiser: Adam (lr = 0.001)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Loss: sparse categorical cross-entropy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Epochs: up to 30, batch size 32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EarlyStopping and ReduceLROnPlateau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parameters: 3,307,736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accuracy: 99.46%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accuracy: 99.33%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75358D-2F3C-B0A4-617A-DDED63DF3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HYPERPARAMETER TUNING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Approach: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Keras Tuner RandomSearch – 8 random trials (up to 15 epochs each), ranked by validation accuracy; the test set is not used.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Why random search: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trying all 96 combinations would be very slow.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Search space: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1 (32, 64), filters 2 (64, 128), dense units (128, 256), dropout (0.3–0.5), learning rate (0.001, 0.0001), batch size (16, 32).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Best validation accuracy in search: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99.60%.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37160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Optimal Hyperparameters: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 layer 1 filters: 32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 layer 2 filters: 64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units: 256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Dropout rate: 0.3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rate: 0.001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size: 32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86E29-9626-22E8-7EED-2D1863942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FINAL CNN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9397793" cy="3834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Rebuilt with best hyperparameters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trained again from scratch for up to 40 epochs.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Callbacks: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EarlyStopping (patience 6) and ReduceLROnPlateau monitor the validation set.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Model size: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6,522,200 parameters.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Result: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accuracy 99.87%, test accuracy 100%.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03D60E-137E-7E29-925C-D7AF169913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0"/>
            <a:ext cx="1507827" cy="21087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MODEL PERFORMANCE COMPARISON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2860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/ Set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 (macro)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(macro)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 (macro)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CNN – Validation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0.9946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0.9944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CNN – Test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0.9921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Tuned CNN – Validation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0.9987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0.9980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0.9978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Tuned CNN – Test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1.0000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1.0000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1.0000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1.0000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 selected using validation accuracy (not test accuracy): Final Tuned CNN.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Tuning improved validation accuracy from 99.46% to 99.87%.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CC81F8-86BE-3026-59E0-CF6613E5F3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BEST MODEL – DETAILED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334103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accuracy: 100% (746 / 746 images correct).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Macro precision, recall and F1-score: 1.00.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sign has F1 = 1.00; no misclassified test images.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is perfectly diagonal.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– Final Tuned CNN (test set).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BBF4BC-19D6-FC91-1675-70113A73E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PREDICTING THE SIGN OF A NEW IMAGE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hand image → Resize → Normalise → CNN → Probability for each sign → Highest probability → Predicted ISL sign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sign, model confidence (softmax probability) and top-3 most likely signs.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on 4 unseen test images (Q, K, P, A): all predicted correctly with ~100% confidence.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is the model's own estimate, not a guarantee of correctness.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Model: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IndiSignLang_CNN_Model.keras (78.3 MB) with class-name JSON; reloaded model gives identical predictions.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EDADE-5466-90D4-34F8-90D475B0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BUSINESS INSIGHTS &amp; ACTIONABLE IMPACT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Assistive Communication Tool: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phone or web app can turn a hand-sign photo into a predicted letter instantly, helping schools, hospitals, banks and public offices.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Preprocessing Enables Real-World Use: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resizing and normalising lets one model handle photos from different cameras consistently.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Confusion Analysis Guides Improvement: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confusing signs are the best targets for collecting more varied photos.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Tuning Adds Measurable Value: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tuned model is openly compared with the baseline on the same data.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Scope: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recognises static letters only; motion-based signs and full words need further work.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978D3-15C5-1BA8-8F8C-FF2698728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CHALLENGES FACED &amp; SOLUTIONS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Different Sizes and Orientations: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resolutions converted to 128×128 RGB; fast JPEG draft decoding speeds up large images.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Moderate Class Imbalance: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stratified splitting, class weights and macro-averaged metrics.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Visually Similar Signs: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and classification report examined sign by sign.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Overfitting on a Small Dataset: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augmentation, dropout, early stopping and learning-rate reduction; no horizontal flipping.</a:t>
            </a:r>
            <a:endParaRPr lang="en-US" sz="2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Avoiding Information Leakage: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hyperparameters and the best model chosen on validation data; test set used only for the final score.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DB262-CD8C-D1E6-335A-722790289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CONCLUSION &amp; PROJECT LINKS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Conclusion: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CNN that recognises 24 Indian Sign Language signs from images, covering preprocessing and prediction.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Tuned CNN reached 100% test accuracy and 1.00 macro F1 on 746 unseen images.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work: more varied photos, transfer learning, two-hand and motion-based signs.</a:t>
            </a:r>
            <a:endParaRPr lang="en-US" sz="24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&amp; Artifact Repositories: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Repository: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https://github.com/Sameekshagithub/PRAICP-1000-Indian-Sign-Language-ISL-Recognition-Using-CNN.git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Drive Folder: 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https://drive.google.com/drive/folders/1uiFsyNDpfCWIWidHgfDLZDjr36PixxGG?usp=drive_link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37B04-1991-82D3-212C-C00AD3608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8011" y="21945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YOU!!</a:t>
            </a:r>
            <a:endParaRPr lang="en-US" sz="8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7BD07-5D09-D9A0-B673-751B2747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" t="14666" r="68742" b="34000"/>
          <a:stretch>
            <a:fillRect/>
          </a:stretch>
        </p:blipFill>
        <p:spPr>
          <a:xfrm>
            <a:off x="10562252" y="1"/>
            <a:ext cx="1507827" cy="1234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3F9DE3-2E4E-A0E5-B31B-7C12E027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667"/>
          <a:stretch>
            <a:fillRect/>
          </a:stretch>
        </p:blipFill>
        <p:spPr>
          <a:xfrm>
            <a:off x="275251" y="4846318"/>
            <a:ext cx="11794827" cy="20116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1840</Words>
  <Application>Microsoft Office PowerPoint</Application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Sameeksha Rai</cp:lastModifiedBy>
  <cp:revision>2</cp:revision>
  <dcterms:created xsi:type="dcterms:W3CDTF">2026-10-01T06:20:26Z</dcterms:created>
  <dcterms:modified xsi:type="dcterms:W3CDTF">2026-10-01T06:59:12Z</dcterms:modified>
</cp:coreProperties>
</file>